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08B6"/>
    <a:srgbClr val="3B0A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8" y="-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687C53-EB29-4CFA-A75E-5C7617FF7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514F577-F7A6-402D-A89D-48051DC58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D8592E1-5A91-4ECC-9676-1536ACE8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D947D81-D37F-48D3-8A09-54496E1C4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FA7B4A2-D53A-4627-A285-8F881EC6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323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5ED2AA-0D81-4403-AA29-9227B359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4DE6A77-72E5-48E7-A88B-9CDB4BE33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DB70F8E-A4CD-4CFD-810F-CBDBB8CA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E853CDE-9AE7-451E-86B6-7F5E7351F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218A03-AC10-4EEC-9FFE-7ECB0FD3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073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16C9A89-A7D6-4438-9619-AAFA87C5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EA64C93-9C16-4D90-BAEE-7D2A2F6CF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1359849-6DD2-4D9E-A81A-927DEC878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37CD3B5-7A5A-4F1B-ABAF-F015F2FF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710D916-87F1-4826-88FC-4DE00A3F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264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B1B94AC-631E-4690-BC27-C912D2CE8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0778375-AFD5-41E6-9C07-353D4F8D3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E11CB97-380E-4FD0-BC70-F23102A55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B48D66A-05EA-4030-AC66-076B8E38C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2B042A9-215C-4D8E-88E6-F8830FAC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9747A93-73A6-4424-B1B1-3B9660193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928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F17CAC-DA55-47E5-924A-13E321AC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4697A4D-F6B6-4B21-8427-F9071BC21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16595C9-AE5A-41FA-8CBC-1D03913F0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E5507D8-2BD6-4E1F-9FCF-5C3ECB6A1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517F699-2610-45EA-B446-84998C57D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129098F-82E1-445E-9498-569C6C7D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E890051-559C-4076-B134-CF315D83D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9ADC0E6-4807-49D6-8754-8985BA612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832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7FC3F43-5B97-40B9-8124-9E119DC4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AFC6B68A-B7EF-4B81-930F-44DA1A322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2DEDA1D-C97C-4909-84D7-390BE1B6B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EA9A184-1F4F-4A94-A7EA-2DB397C2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354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FFEFE51-3677-4E14-BEB2-7A7A17FF4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042A1C4-7F80-48AE-81AE-4D385C5C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2908D06-5AE2-4205-9494-10037693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938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E3D6B2D-516C-4C24-801A-FAF07FC50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CA0A027-399B-42E3-8F85-67264DE28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99EFA10-E400-4BC6-B310-4A2E330FF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882F508-588E-40A8-B2C0-B6C93654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9BFBB82-D89D-4871-808F-5886E8456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78910B6-073C-40AD-8479-227E896A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4564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1305B58-BEC6-419A-A2B9-898495A5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02A803D-E304-4079-8529-9A9A639D6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27C82A7-65EF-4179-802D-B340BD860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9EA55F8-3E1A-4CD4-88C4-CB4F8077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0AB0BD5-DFE1-4177-ABF2-CF9D9D40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EBA5E84-11DC-4E67-9DC9-AD959871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154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9D827C-00C0-48D9-A85A-6BF75C12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946A22C-C141-487E-92BD-66F922C9B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29D9FD4-AF75-4A1D-B781-DD70F239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D85DAF7-FE89-4977-AF35-97A9D69A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85BCA65-4120-4FF3-87AE-68A6D712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9015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F5447784-77FB-4E61-B5BB-E61281BC1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FACEF79-4FA4-402C-81FE-0387F6739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9A4762-081A-418B-B6B3-82591F49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D16CCFC-BDCA-4574-9A64-AFD448C6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069B8E3-FC8E-4D73-B17C-7AB7869A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430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5E2C955-2F1D-4E3B-96C2-32E57621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4A28169-982E-40F4-A4AF-9750CFD6A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B8FD90D-DDB0-479A-BDB8-1DDBA5291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AC51B-2E0B-4AF5-AA92-F4FEEE35648A}" type="datetimeFigureOut">
              <a:rPr lang="he-IL" smtClean="0"/>
              <a:t>י"א/כסלו/תשפ"ד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1B54C48-D086-47CA-8813-137BA0A42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948B240-4E6E-4732-B4B9-781310F95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39349-1CA8-459D-8D1F-58C4E4456C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842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אליפסה 8">
            <a:extLst>
              <a:ext uri="{FF2B5EF4-FFF2-40B4-BE49-F238E27FC236}">
                <a16:creationId xmlns:a16="http://schemas.microsoft.com/office/drawing/2014/main" id="{5F33B5BC-4569-4ECD-BF98-0FEE0189CA8F}"/>
              </a:ext>
            </a:extLst>
          </p:cNvPr>
          <p:cNvSpPr/>
          <p:nvPr/>
        </p:nvSpPr>
        <p:spPr>
          <a:xfrm>
            <a:off x="5913816" y="2597727"/>
            <a:ext cx="1599506" cy="1599506"/>
          </a:xfrm>
          <a:prstGeom prst="ellipse">
            <a:avLst/>
          </a:prstGeom>
          <a:solidFill>
            <a:srgbClr val="1008B6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050" dirty="0">
                <a:noFill/>
              </a:rPr>
              <a:t>\</a:t>
            </a:r>
            <a:endParaRPr lang="he-IL" sz="1050" dirty="0">
              <a:noFill/>
            </a:endParaRPr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E1CDC51F-013D-4C6A-B0A7-B45C9F165FCA}"/>
              </a:ext>
            </a:extLst>
          </p:cNvPr>
          <p:cNvSpPr/>
          <p:nvPr/>
        </p:nvSpPr>
        <p:spPr>
          <a:xfrm>
            <a:off x="6044225" y="2733862"/>
            <a:ext cx="1320672" cy="1320672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C74A9185-2815-4A3D-89F8-2E658FF24351}"/>
              </a:ext>
            </a:extLst>
          </p:cNvPr>
          <p:cNvSpPr/>
          <p:nvPr/>
        </p:nvSpPr>
        <p:spPr>
          <a:xfrm>
            <a:off x="6450677" y="4233950"/>
            <a:ext cx="1599506" cy="1599506"/>
          </a:xfrm>
          <a:prstGeom prst="ellipse">
            <a:avLst/>
          </a:prstGeom>
          <a:solidFill>
            <a:srgbClr val="1008B6"/>
          </a:solidFill>
          <a:ln w="76200">
            <a:solidFill>
              <a:srgbClr val="1008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noFill/>
              </a:rPr>
              <a:t>\</a:t>
            </a:r>
            <a:endParaRPr lang="he-IL" dirty="0">
              <a:noFill/>
            </a:endParaRPr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3EAAE2EB-9F45-4FE4-9DDD-C9FBC7352B94}"/>
              </a:ext>
            </a:extLst>
          </p:cNvPr>
          <p:cNvSpPr/>
          <p:nvPr/>
        </p:nvSpPr>
        <p:spPr>
          <a:xfrm>
            <a:off x="6221382" y="4250576"/>
            <a:ext cx="1803861" cy="1803861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0E2AF921-AE81-4758-A33C-D4A88DC73FB3}"/>
              </a:ext>
            </a:extLst>
          </p:cNvPr>
          <p:cNvSpPr/>
          <p:nvPr/>
        </p:nvSpPr>
        <p:spPr>
          <a:xfrm>
            <a:off x="4756959" y="3740380"/>
            <a:ext cx="1143001" cy="1143001"/>
          </a:xfrm>
          <a:prstGeom prst="ellipse">
            <a:avLst/>
          </a:prstGeom>
          <a:solidFill>
            <a:srgbClr val="00B0F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474B10B8-D9EC-40A2-A0E1-17589F4BD0C8}"/>
              </a:ext>
            </a:extLst>
          </p:cNvPr>
          <p:cNvSpPr/>
          <p:nvPr/>
        </p:nvSpPr>
        <p:spPr>
          <a:xfrm>
            <a:off x="4770815" y="3740380"/>
            <a:ext cx="1325185" cy="1325185"/>
          </a:xfrm>
          <a:prstGeom prst="ellipse">
            <a:avLst/>
          </a:prstGeom>
          <a:noFill/>
          <a:ln w="76200">
            <a:solidFill>
              <a:srgbClr val="1008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BE69722F-1077-4EAE-9037-ECBF9E01B094}"/>
              </a:ext>
            </a:extLst>
          </p:cNvPr>
          <p:cNvSpPr/>
          <p:nvPr/>
        </p:nvSpPr>
        <p:spPr>
          <a:xfrm>
            <a:off x="6238008" y="2919513"/>
            <a:ext cx="929281" cy="929281"/>
          </a:xfrm>
          <a:prstGeom prst="ellipse">
            <a:avLst/>
          </a:prstGeom>
          <a:solidFill>
            <a:srgbClr val="00B0F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C3A2694C-6AEA-405B-9F8C-30E832C72398}"/>
              </a:ext>
            </a:extLst>
          </p:cNvPr>
          <p:cNvSpPr/>
          <p:nvPr/>
        </p:nvSpPr>
        <p:spPr>
          <a:xfrm>
            <a:off x="11085210" y="2456954"/>
            <a:ext cx="1599506" cy="1599506"/>
          </a:xfrm>
          <a:prstGeom prst="ellipse">
            <a:avLst/>
          </a:prstGeom>
          <a:solidFill>
            <a:srgbClr val="1008B6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050" dirty="0">
                <a:noFill/>
              </a:rPr>
              <a:t>\</a:t>
            </a:r>
            <a:endParaRPr lang="he-IL" sz="1050" dirty="0">
              <a:noFill/>
            </a:endParaRPr>
          </a:p>
        </p:txBody>
      </p:sp>
      <p:sp>
        <p:nvSpPr>
          <p:cNvPr id="12" name="אליפסה 11">
            <a:extLst>
              <a:ext uri="{FF2B5EF4-FFF2-40B4-BE49-F238E27FC236}">
                <a16:creationId xmlns:a16="http://schemas.microsoft.com/office/drawing/2014/main" id="{1DA24E4B-8ADA-494C-8818-27B20CD63676}"/>
              </a:ext>
            </a:extLst>
          </p:cNvPr>
          <p:cNvSpPr/>
          <p:nvPr/>
        </p:nvSpPr>
        <p:spPr>
          <a:xfrm>
            <a:off x="11215619" y="2593089"/>
            <a:ext cx="1320672" cy="1320672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13" name="אליפסה 12">
            <a:extLst>
              <a:ext uri="{FF2B5EF4-FFF2-40B4-BE49-F238E27FC236}">
                <a16:creationId xmlns:a16="http://schemas.microsoft.com/office/drawing/2014/main" id="{3DBEC57E-C89D-42F5-BBAB-353B9EDE0A83}"/>
              </a:ext>
            </a:extLst>
          </p:cNvPr>
          <p:cNvSpPr/>
          <p:nvPr/>
        </p:nvSpPr>
        <p:spPr>
          <a:xfrm>
            <a:off x="9580979" y="3940902"/>
            <a:ext cx="1187379" cy="1187379"/>
          </a:xfrm>
          <a:prstGeom prst="ellipse">
            <a:avLst/>
          </a:prstGeom>
          <a:solidFill>
            <a:srgbClr val="1008B6"/>
          </a:solidFill>
          <a:ln w="76200">
            <a:solidFill>
              <a:srgbClr val="1008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noFill/>
              </a:rPr>
              <a:t>\</a:t>
            </a:r>
            <a:endParaRPr lang="he-IL" dirty="0">
              <a:noFill/>
            </a:endParaRPr>
          </a:p>
        </p:txBody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48359F97-5DE6-4598-8B2D-767C8121A9CE}"/>
              </a:ext>
            </a:extLst>
          </p:cNvPr>
          <p:cNvSpPr/>
          <p:nvPr/>
        </p:nvSpPr>
        <p:spPr>
          <a:xfrm>
            <a:off x="9351685" y="4010183"/>
            <a:ext cx="1339080" cy="1339080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FE5FCA9C-CDE1-4C4B-BBA8-C2EBECF2937C}"/>
              </a:ext>
            </a:extLst>
          </p:cNvPr>
          <p:cNvSpPr/>
          <p:nvPr/>
        </p:nvSpPr>
        <p:spPr>
          <a:xfrm>
            <a:off x="7895755" y="3349541"/>
            <a:ext cx="788091" cy="788091"/>
          </a:xfrm>
          <a:prstGeom prst="ellipse">
            <a:avLst/>
          </a:prstGeom>
          <a:solidFill>
            <a:srgbClr val="00B0F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6AAB6BC4-9BB7-4F95-8E58-C3A028E58DAB}"/>
              </a:ext>
            </a:extLst>
          </p:cNvPr>
          <p:cNvSpPr/>
          <p:nvPr/>
        </p:nvSpPr>
        <p:spPr>
          <a:xfrm>
            <a:off x="7909612" y="3349542"/>
            <a:ext cx="913706" cy="913706"/>
          </a:xfrm>
          <a:prstGeom prst="ellipse">
            <a:avLst/>
          </a:prstGeom>
          <a:noFill/>
          <a:ln w="76200">
            <a:solidFill>
              <a:srgbClr val="1008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B4864169-A82C-4D5D-A5F6-616F640F5DF9}"/>
              </a:ext>
            </a:extLst>
          </p:cNvPr>
          <p:cNvSpPr/>
          <p:nvPr/>
        </p:nvSpPr>
        <p:spPr>
          <a:xfrm>
            <a:off x="11409402" y="2778740"/>
            <a:ext cx="929281" cy="929281"/>
          </a:xfrm>
          <a:prstGeom prst="ellipse">
            <a:avLst/>
          </a:prstGeom>
          <a:solidFill>
            <a:srgbClr val="00B0F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20" name="אליפסה 19">
            <a:extLst>
              <a:ext uri="{FF2B5EF4-FFF2-40B4-BE49-F238E27FC236}">
                <a16:creationId xmlns:a16="http://schemas.microsoft.com/office/drawing/2014/main" id="{E1E3EC03-087A-46CA-8FB1-D9101C3BDB8F}"/>
              </a:ext>
            </a:extLst>
          </p:cNvPr>
          <p:cNvSpPr/>
          <p:nvPr/>
        </p:nvSpPr>
        <p:spPr>
          <a:xfrm rot="14718459">
            <a:off x="4211805" y="1690665"/>
            <a:ext cx="1599506" cy="1599506"/>
          </a:xfrm>
          <a:prstGeom prst="ellipse">
            <a:avLst/>
          </a:prstGeom>
          <a:solidFill>
            <a:srgbClr val="1008B6"/>
          </a:solidFill>
          <a:ln w="76200">
            <a:solidFill>
              <a:srgbClr val="1008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noFill/>
              </a:rPr>
              <a:t>\</a:t>
            </a:r>
            <a:endParaRPr lang="he-IL" dirty="0">
              <a:noFill/>
            </a:endParaRPr>
          </a:p>
        </p:txBody>
      </p:sp>
      <p:sp>
        <p:nvSpPr>
          <p:cNvPr id="21" name="אליפסה 20">
            <a:extLst>
              <a:ext uri="{FF2B5EF4-FFF2-40B4-BE49-F238E27FC236}">
                <a16:creationId xmlns:a16="http://schemas.microsoft.com/office/drawing/2014/main" id="{1D02F0E7-E1F7-45A2-9AAE-4DE5F0EA94B6}"/>
              </a:ext>
            </a:extLst>
          </p:cNvPr>
          <p:cNvSpPr/>
          <p:nvPr/>
        </p:nvSpPr>
        <p:spPr>
          <a:xfrm rot="14718459">
            <a:off x="3982510" y="1707291"/>
            <a:ext cx="1803861" cy="1803861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22" name="אליפסה 21">
            <a:extLst>
              <a:ext uri="{FF2B5EF4-FFF2-40B4-BE49-F238E27FC236}">
                <a16:creationId xmlns:a16="http://schemas.microsoft.com/office/drawing/2014/main" id="{2F7269FF-3215-4E32-803B-12F7D6071985}"/>
              </a:ext>
            </a:extLst>
          </p:cNvPr>
          <p:cNvSpPr/>
          <p:nvPr/>
        </p:nvSpPr>
        <p:spPr>
          <a:xfrm rot="14718459">
            <a:off x="2518087" y="1197095"/>
            <a:ext cx="1143001" cy="1143001"/>
          </a:xfrm>
          <a:prstGeom prst="ellipse">
            <a:avLst/>
          </a:prstGeom>
          <a:solidFill>
            <a:srgbClr val="00B0F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23" name="אליפסה 22">
            <a:extLst>
              <a:ext uri="{FF2B5EF4-FFF2-40B4-BE49-F238E27FC236}">
                <a16:creationId xmlns:a16="http://schemas.microsoft.com/office/drawing/2014/main" id="{CE43CF49-1650-4984-BB30-39ACA7227139}"/>
              </a:ext>
            </a:extLst>
          </p:cNvPr>
          <p:cNvSpPr/>
          <p:nvPr/>
        </p:nvSpPr>
        <p:spPr>
          <a:xfrm rot="14718459">
            <a:off x="2531943" y="1197095"/>
            <a:ext cx="1325185" cy="1325185"/>
          </a:xfrm>
          <a:prstGeom prst="ellipse">
            <a:avLst/>
          </a:prstGeom>
          <a:noFill/>
          <a:ln w="76200">
            <a:solidFill>
              <a:srgbClr val="1008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grpSp>
        <p:nvGrpSpPr>
          <p:cNvPr id="92" name="קבוצה 91">
            <a:extLst>
              <a:ext uri="{FF2B5EF4-FFF2-40B4-BE49-F238E27FC236}">
                <a16:creationId xmlns:a16="http://schemas.microsoft.com/office/drawing/2014/main" id="{29BDD634-918E-471F-99D4-B9849AE99DE3}"/>
              </a:ext>
            </a:extLst>
          </p:cNvPr>
          <p:cNvGrpSpPr/>
          <p:nvPr/>
        </p:nvGrpSpPr>
        <p:grpSpPr>
          <a:xfrm>
            <a:off x="3777914" y="140050"/>
            <a:ext cx="1208477" cy="1208477"/>
            <a:chOff x="3674944" y="54442"/>
            <a:chExt cx="1599506" cy="1599506"/>
          </a:xfrm>
        </p:grpSpPr>
        <p:sp>
          <p:nvSpPr>
            <p:cNvPr id="18" name="אליפסה 17">
              <a:extLst>
                <a:ext uri="{FF2B5EF4-FFF2-40B4-BE49-F238E27FC236}">
                  <a16:creationId xmlns:a16="http://schemas.microsoft.com/office/drawing/2014/main" id="{088865EA-0111-462D-A32B-BA5271FC0BBD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19" name="אליפסה 18">
              <a:extLst>
                <a:ext uri="{FF2B5EF4-FFF2-40B4-BE49-F238E27FC236}">
                  <a16:creationId xmlns:a16="http://schemas.microsoft.com/office/drawing/2014/main" id="{90FB4867-2049-40E1-B709-36AB7F3BD62E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24" name="אליפסה 23">
              <a:extLst>
                <a:ext uri="{FF2B5EF4-FFF2-40B4-BE49-F238E27FC236}">
                  <a16:creationId xmlns:a16="http://schemas.microsoft.com/office/drawing/2014/main" id="{325586C2-CE00-43BF-BBE3-14E4F10A138D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26" name="קבוצה 25">
            <a:extLst>
              <a:ext uri="{FF2B5EF4-FFF2-40B4-BE49-F238E27FC236}">
                <a16:creationId xmlns:a16="http://schemas.microsoft.com/office/drawing/2014/main" id="{51D801C4-C3B4-4EC3-98EA-38637C411D83}"/>
              </a:ext>
            </a:extLst>
          </p:cNvPr>
          <p:cNvGrpSpPr/>
          <p:nvPr/>
        </p:nvGrpSpPr>
        <p:grpSpPr>
          <a:xfrm>
            <a:off x="1147851" y="3076634"/>
            <a:ext cx="3293224" cy="3456710"/>
            <a:chOff x="2518087" y="54442"/>
            <a:chExt cx="3293224" cy="3456710"/>
          </a:xfrm>
        </p:grpSpPr>
        <p:sp>
          <p:nvSpPr>
            <p:cNvPr id="27" name="אליפסה 26">
              <a:extLst>
                <a:ext uri="{FF2B5EF4-FFF2-40B4-BE49-F238E27FC236}">
                  <a16:creationId xmlns:a16="http://schemas.microsoft.com/office/drawing/2014/main" id="{91D2A512-1936-4F6C-BABE-712DAA4AB542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28" name="אליפסה 27">
              <a:extLst>
                <a:ext uri="{FF2B5EF4-FFF2-40B4-BE49-F238E27FC236}">
                  <a16:creationId xmlns:a16="http://schemas.microsoft.com/office/drawing/2014/main" id="{8D65198E-C32B-4061-96E7-B3EB4903AFD5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29" name="אליפסה 28">
              <a:extLst>
                <a:ext uri="{FF2B5EF4-FFF2-40B4-BE49-F238E27FC236}">
                  <a16:creationId xmlns:a16="http://schemas.microsoft.com/office/drawing/2014/main" id="{9E9ADBE6-3397-4285-A864-50FE5F5D1BE1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30" name="אליפסה 29">
              <a:extLst>
                <a:ext uri="{FF2B5EF4-FFF2-40B4-BE49-F238E27FC236}">
                  <a16:creationId xmlns:a16="http://schemas.microsoft.com/office/drawing/2014/main" id="{FD6FA55E-0928-43FC-B0F7-4F04C6DCAC66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31" name="אליפסה 30">
              <a:extLst>
                <a:ext uri="{FF2B5EF4-FFF2-40B4-BE49-F238E27FC236}">
                  <a16:creationId xmlns:a16="http://schemas.microsoft.com/office/drawing/2014/main" id="{7773F089-6D1F-43FB-B5E7-8B2AD1D15C9C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32" name="אליפסה 31">
              <a:extLst>
                <a:ext uri="{FF2B5EF4-FFF2-40B4-BE49-F238E27FC236}">
                  <a16:creationId xmlns:a16="http://schemas.microsoft.com/office/drawing/2014/main" id="{D016E82B-F425-44CB-B011-364ED95B4583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33" name="אליפסה 32">
              <a:extLst>
                <a:ext uri="{FF2B5EF4-FFF2-40B4-BE49-F238E27FC236}">
                  <a16:creationId xmlns:a16="http://schemas.microsoft.com/office/drawing/2014/main" id="{73CBEC9A-5CBA-4CB0-8019-C65744B9DC2B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sp>
        <p:nvSpPr>
          <p:cNvPr id="35" name="אליפסה 34">
            <a:extLst>
              <a:ext uri="{FF2B5EF4-FFF2-40B4-BE49-F238E27FC236}">
                <a16:creationId xmlns:a16="http://schemas.microsoft.com/office/drawing/2014/main" id="{469AD897-0737-45CC-9820-A4C16A7579B4}"/>
              </a:ext>
            </a:extLst>
          </p:cNvPr>
          <p:cNvSpPr/>
          <p:nvPr/>
        </p:nvSpPr>
        <p:spPr>
          <a:xfrm rot="14718459">
            <a:off x="7805322" y="-558114"/>
            <a:ext cx="1994221" cy="1994221"/>
          </a:xfrm>
          <a:prstGeom prst="ellipse">
            <a:avLst/>
          </a:prstGeom>
          <a:solidFill>
            <a:srgbClr val="1008B6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050" dirty="0">
                <a:noFill/>
              </a:rPr>
              <a:t>\</a:t>
            </a:r>
            <a:endParaRPr lang="he-IL" sz="1050" dirty="0">
              <a:noFill/>
            </a:endParaRPr>
          </a:p>
        </p:txBody>
      </p:sp>
      <p:sp>
        <p:nvSpPr>
          <p:cNvPr id="36" name="אליפסה 35">
            <a:extLst>
              <a:ext uri="{FF2B5EF4-FFF2-40B4-BE49-F238E27FC236}">
                <a16:creationId xmlns:a16="http://schemas.microsoft.com/office/drawing/2014/main" id="{6BD404F1-A701-460E-BE19-80E6E9A7BAAD}"/>
              </a:ext>
            </a:extLst>
          </p:cNvPr>
          <p:cNvSpPr/>
          <p:nvPr/>
        </p:nvSpPr>
        <p:spPr>
          <a:xfrm rot="14718459">
            <a:off x="7987023" y="-433205"/>
            <a:ext cx="1646578" cy="1646578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37" name="אליפסה 36">
            <a:extLst>
              <a:ext uri="{FF2B5EF4-FFF2-40B4-BE49-F238E27FC236}">
                <a16:creationId xmlns:a16="http://schemas.microsoft.com/office/drawing/2014/main" id="{993C5019-5E41-4B34-889C-CA6AF9217133}"/>
              </a:ext>
            </a:extLst>
          </p:cNvPr>
          <p:cNvSpPr/>
          <p:nvPr/>
        </p:nvSpPr>
        <p:spPr>
          <a:xfrm rot="14718459">
            <a:off x="9060646" y="1729827"/>
            <a:ext cx="1599506" cy="1599506"/>
          </a:xfrm>
          <a:prstGeom prst="ellipse">
            <a:avLst/>
          </a:prstGeom>
          <a:solidFill>
            <a:srgbClr val="1008B6"/>
          </a:solidFill>
          <a:ln w="76200">
            <a:solidFill>
              <a:srgbClr val="1008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noFill/>
              </a:rPr>
              <a:t>\</a:t>
            </a:r>
            <a:endParaRPr lang="he-IL" dirty="0">
              <a:noFill/>
            </a:endParaRPr>
          </a:p>
        </p:txBody>
      </p:sp>
      <p:sp>
        <p:nvSpPr>
          <p:cNvPr id="38" name="אליפסה 37">
            <a:extLst>
              <a:ext uri="{FF2B5EF4-FFF2-40B4-BE49-F238E27FC236}">
                <a16:creationId xmlns:a16="http://schemas.microsoft.com/office/drawing/2014/main" id="{857773E6-3C35-4C8E-A4D6-4C61143AE10B}"/>
              </a:ext>
            </a:extLst>
          </p:cNvPr>
          <p:cNvSpPr/>
          <p:nvPr/>
        </p:nvSpPr>
        <p:spPr>
          <a:xfrm rot="14718459">
            <a:off x="8831351" y="1746453"/>
            <a:ext cx="1803861" cy="1803861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39" name="אליפסה 38">
            <a:extLst>
              <a:ext uri="{FF2B5EF4-FFF2-40B4-BE49-F238E27FC236}">
                <a16:creationId xmlns:a16="http://schemas.microsoft.com/office/drawing/2014/main" id="{A305DA2A-D8C3-41E4-9643-27EC2A190C23}"/>
              </a:ext>
            </a:extLst>
          </p:cNvPr>
          <p:cNvSpPr/>
          <p:nvPr/>
        </p:nvSpPr>
        <p:spPr>
          <a:xfrm rot="14718459">
            <a:off x="5638390" y="263122"/>
            <a:ext cx="1143001" cy="1143001"/>
          </a:xfrm>
          <a:prstGeom prst="ellipse">
            <a:avLst/>
          </a:prstGeom>
          <a:solidFill>
            <a:srgbClr val="00B0F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40" name="אליפסה 39">
            <a:extLst>
              <a:ext uri="{FF2B5EF4-FFF2-40B4-BE49-F238E27FC236}">
                <a16:creationId xmlns:a16="http://schemas.microsoft.com/office/drawing/2014/main" id="{2FC6DB9E-6110-434B-B090-450842F9F497}"/>
              </a:ext>
            </a:extLst>
          </p:cNvPr>
          <p:cNvSpPr/>
          <p:nvPr/>
        </p:nvSpPr>
        <p:spPr>
          <a:xfrm rot="14718459">
            <a:off x="5652246" y="263122"/>
            <a:ext cx="1325185" cy="1325185"/>
          </a:xfrm>
          <a:prstGeom prst="ellipse">
            <a:avLst/>
          </a:prstGeom>
          <a:noFill/>
          <a:ln w="76200">
            <a:solidFill>
              <a:srgbClr val="1008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41" name="אליפסה 40">
            <a:extLst>
              <a:ext uri="{FF2B5EF4-FFF2-40B4-BE49-F238E27FC236}">
                <a16:creationId xmlns:a16="http://schemas.microsoft.com/office/drawing/2014/main" id="{104A74CE-F25B-4740-93A7-2A7039BD1C31}"/>
              </a:ext>
            </a:extLst>
          </p:cNvPr>
          <p:cNvSpPr/>
          <p:nvPr/>
        </p:nvSpPr>
        <p:spPr>
          <a:xfrm rot="14718459">
            <a:off x="8244255" y="-212037"/>
            <a:ext cx="1158603" cy="1158603"/>
          </a:xfrm>
          <a:prstGeom prst="ellipse">
            <a:avLst/>
          </a:prstGeom>
          <a:solidFill>
            <a:srgbClr val="00B0F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grpSp>
        <p:nvGrpSpPr>
          <p:cNvPr id="42" name="קבוצה 41">
            <a:extLst>
              <a:ext uri="{FF2B5EF4-FFF2-40B4-BE49-F238E27FC236}">
                <a16:creationId xmlns:a16="http://schemas.microsoft.com/office/drawing/2014/main" id="{93EAC0E7-C6B8-4F50-81E1-89EFA0BC2715}"/>
              </a:ext>
            </a:extLst>
          </p:cNvPr>
          <p:cNvGrpSpPr/>
          <p:nvPr/>
        </p:nvGrpSpPr>
        <p:grpSpPr>
          <a:xfrm rot="16003007">
            <a:off x="-716571" y="-243138"/>
            <a:ext cx="3293224" cy="3456710"/>
            <a:chOff x="2518087" y="54442"/>
            <a:chExt cx="3293224" cy="3456710"/>
          </a:xfrm>
        </p:grpSpPr>
        <p:sp>
          <p:nvSpPr>
            <p:cNvPr id="43" name="אליפסה 42">
              <a:extLst>
                <a:ext uri="{FF2B5EF4-FFF2-40B4-BE49-F238E27FC236}">
                  <a16:creationId xmlns:a16="http://schemas.microsoft.com/office/drawing/2014/main" id="{3C54D9C8-A078-4DFD-BB5D-F1D2D61035EC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44" name="אליפסה 43">
              <a:extLst>
                <a:ext uri="{FF2B5EF4-FFF2-40B4-BE49-F238E27FC236}">
                  <a16:creationId xmlns:a16="http://schemas.microsoft.com/office/drawing/2014/main" id="{75E192B0-69AC-4BC8-B900-0866C1C53F1C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45" name="אליפסה 44">
              <a:extLst>
                <a:ext uri="{FF2B5EF4-FFF2-40B4-BE49-F238E27FC236}">
                  <a16:creationId xmlns:a16="http://schemas.microsoft.com/office/drawing/2014/main" id="{E82593AE-FEDF-4B77-9ECB-AC9BB4970510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46" name="אליפסה 45">
              <a:extLst>
                <a:ext uri="{FF2B5EF4-FFF2-40B4-BE49-F238E27FC236}">
                  <a16:creationId xmlns:a16="http://schemas.microsoft.com/office/drawing/2014/main" id="{8289E1C8-D428-494B-B286-BED64327E3FA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47" name="אליפסה 46">
              <a:extLst>
                <a:ext uri="{FF2B5EF4-FFF2-40B4-BE49-F238E27FC236}">
                  <a16:creationId xmlns:a16="http://schemas.microsoft.com/office/drawing/2014/main" id="{62EA30CD-A588-4788-A88A-D629567C5D89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48" name="אליפסה 47">
              <a:extLst>
                <a:ext uri="{FF2B5EF4-FFF2-40B4-BE49-F238E27FC236}">
                  <a16:creationId xmlns:a16="http://schemas.microsoft.com/office/drawing/2014/main" id="{F83CCC2A-6DD3-421F-A035-86A15F66A646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49" name="אליפסה 48">
              <a:extLst>
                <a:ext uri="{FF2B5EF4-FFF2-40B4-BE49-F238E27FC236}">
                  <a16:creationId xmlns:a16="http://schemas.microsoft.com/office/drawing/2014/main" id="{834539DA-A375-4AEB-B90A-D9AD00EDD52E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50" name="קבוצה 49">
            <a:extLst>
              <a:ext uri="{FF2B5EF4-FFF2-40B4-BE49-F238E27FC236}">
                <a16:creationId xmlns:a16="http://schemas.microsoft.com/office/drawing/2014/main" id="{38452A41-E483-4CF0-8E94-BC6329136929}"/>
              </a:ext>
            </a:extLst>
          </p:cNvPr>
          <p:cNvGrpSpPr/>
          <p:nvPr/>
        </p:nvGrpSpPr>
        <p:grpSpPr>
          <a:xfrm rot="20987638">
            <a:off x="10379006" y="-779122"/>
            <a:ext cx="3293224" cy="3456710"/>
            <a:chOff x="2518087" y="54442"/>
            <a:chExt cx="3293224" cy="3456710"/>
          </a:xfrm>
        </p:grpSpPr>
        <p:sp>
          <p:nvSpPr>
            <p:cNvPr id="51" name="אליפסה 50">
              <a:extLst>
                <a:ext uri="{FF2B5EF4-FFF2-40B4-BE49-F238E27FC236}">
                  <a16:creationId xmlns:a16="http://schemas.microsoft.com/office/drawing/2014/main" id="{1DF1E819-185D-49ED-BFC1-FE449B5E996A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52" name="אליפסה 51">
              <a:extLst>
                <a:ext uri="{FF2B5EF4-FFF2-40B4-BE49-F238E27FC236}">
                  <a16:creationId xmlns:a16="http://schemas.microsoft.com/office/drawing/2014/main" id="{5FF0E255-5F41-444F-A0B1-08A768C64407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53" name="אליפסה 52">
              <a:extLst>
                <a:ext uri="{FF2B5EF4-FFF2-40B4-BE49-F238E27FC236}">
                  <a16:creationId xmlns:a16="http://schemas.microsoft.com/office/drawing/2014/main" id="{6F03557A-1C76-40F7-A122-37A567F1B24F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54" name="אליפסה 53">
              <a:extLst>
                <a:ext uri="{FF2B5EF4-FFF2-40B4-BE49-F238E27FC236}">
                  <a16:creationId xmlns:a16="http://schemas.microsoft.com/office/drawing/2014/main" id="{2AFE68C1-6BE8-4AAE-A6A2-14B924346EE2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55" name="אליפסה 54">
              <a:extLst>
                <a:ext uri="{FF2B5EF4-FFF2-40B4-BE49-F238E27FC236}">
                  <a16:creationId xmlns:a16="http://schemas.microsoft.com/office/drawing/2014/main" id="{2DA11B7F-7B17-4924-8B96-AECB658E5590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56" name="אליפסה 55">
              <a:extLst>
                <a:ext uri="{FF2B5EF4-FFF2-40B4-BE49-F238E27FC236}">
                  <a16:creationId xmlns:a16="http://schemas.microsoft.com/office/drawing/2014/main" id="{CF6D988B-5436-427B-826D-E92E36C3A7A2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57" name="אליפסה 56">
              <a:extLst>
                <a:ext uri="{FF2B5EF4-FFF2-40B4-BE49-F238E27FC236}">
                  <a16:creationId xmlns:a16="http://schemas.microsoft.com/office/drawing/2014/main" id="{1F4C9C6E-489B-4154-88CA-37289C0EA374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58" name="קבוצה 57">
            <a:extLst>
              <a:ext uri="{FF2B5EF4-FFF2-40B4-BE49-F238E27FC236}">
                <a16:creationId xmlns:a16="http://schemas.microsoft.com/office/drawing/2014/main" id="{224E3726-EA0C-4FF6-9F88-989E3E13915B}"/>
              </a:ext>
            </a:extLst>
          </p:cNvPr>
          <p:cNvGrpSpPr/>
          <p:nvPr/>
        </p:nvGrpSpPr>
        <p:grpSpPr>
          <a:xfrm rot="19855250">
            <a:off x="7560968" y="5306675"/>
            <a:ext cx="3293224" cy="3456710"/>
            <a:chOff x="2518087" y="54442"/>
            <a:chExt cx="3293224" cy="3456710"/>
          </a:xfrm>
        </p:grpSpPr>
        <p:sp>
          <p:nvSpPr>
            <p:cNvPr id="59" name="אליפסה 58">
              <a:extLst>
                <a:ext uri="{FF2B5EF4-FFF2-40B4-BE49-F238E27FC236}">
                  <a16:creationId xmlns:a16="http://schemas.microsoft.com/office/drawing/2014/main" id="{329B7201-078E-4B23-98E8-1A6948603BD6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60" name="אליפסה 59">
              <a:extLst>
                <a:ext uri="{FF2B5EF4-FFF2-40B4-BE49-F238E27FC236}">
                  <a16:creationId xmlns:a16="http://schemas.microsoft.com/office/drawing/2014/main" id="{4C18A15E-802D-4665-9E30-76466B79A31B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61" name="אליפסה 60">
              <a:extLst>
                <a:ext uri="{FF2B5EF4-FFF2-40B4-BE49-F238E27FC236}">
                  <a16:creationId xmlns:a16="http://schemas.microsoft.com/office/drawing/2014/main" id="{23B3BF26-5A49-4259-9086-082D091D49B2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62" name="אליפסה 61">
              <a:extLst>
                <a:ext uri="{FF2B5EF4-FFF2-40B4-BE49-F238E27FC236}">
                  <a16:creationId xmlns:a16="http://schemas.microsoft.com/office/drawing/2014/main" id="{B98AFB0D-E162-4948-AAE5-207058D7CFF9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63" name="אליפסה 62">
              <a:extLst>
                <a:ext uri="{FF2B5EF4-FFF2-40B4-BE49-F238E27FC236}">
                  <a16:creationId xmlns:a16="http://schemas.microsoft.com/office/drawing/2014/main" id="{A364FBB6-09E4-4214-AACC-9E085FE68A74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64" name="אליפסה 63">
              <a:extLst>
                <a:ext uri="{FF2B5EF4-FFF2-40B4-BE49-F238E27FC236}">
                  <a16:creationId xmlns:a16="http://schemas.microsoft.com/office/drawing/2014/main" id="{3846014A-B79E-4BFE-B0E5-947161E16B7F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65" name="אליפסה 64">
              <a:extLst>
                <a:ext uri="{FF2B5EF4-FFF2-40B4-BE49-F238E27FC236}">
                  <a16:creationId xmlns:a16="http://schemas.microsoft.com/office/drawing/2014/main" id="{97DB2840-FA85-4775-8D29-68A25CA0EA63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66" name="קבוצה 65">
            <a:extLst>
              <a:ext uri="{FF2B5EF4-FFF2-40B4-BE49-F238E27FC236}">
                <a16:creationId xmlns:a16="http://schemas.microsoft.com/office/drawing/2014/main" id="{4D5FFCDC-0E88-4B27-8D22-E6F9EFF1408D}"/>
              </a:ext>
            </a:extLst>
          </p:cNvPr>
          <p:cNvGrpSpPr/>
          <p:nvPr/>
        </p:nvGrpSpPr>
        <p:grpSpPr>
          <a:xfrm rot="16003007">
            <a:off x="-2581309" y="3062431"/>
            <a:ext cx="3293224" cy="3456710"/>
            <a:chOff x="2518087" y="54442"/>
            <a:chExt cx="3293224" cy="3456710"/>
          </a:xfrm>
        </p:grpSpPr>
        <p:sp>
          <p:nvSpPr>
            <p:cNvPr id="67" name="אליפסה 66">
              <a:extLst>
                <a:ext uri="{FF2B5EF4-FFF2-40B4-BE49-F238E27FC236}">
                  <a16:creationId xmlns:a16="http://schemas.microsoft.com/office/drawing/2014/main" id="{5DB340CC-7125-47AB-A4BD-CAB1C6F89D99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68" name="אליפסה 67">
              <a:extLst>
                <a:ext uri="{FF2B5EF4-FFF2-40B4-BE49-F238E27FC236}">
                  <a16:creationId xmlns:a16="http://schemas.microsoft.com/office/drawing/2014/main" id="{3EFBC360-9B17-4605-ADF1-BF681514F377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69" name="אליפסה 68">
              <a:extLst>
                <a:ext uri="{FF2B5EF4-FFF2-40B4-BE49-F238E27FC236}">
                  <a16:creationId xmlns:a16="http://schemas.microsoft.com/office/drawing/2014/main" id="{A14AD9C0-E116-468E-89A3-9BADCBBB9240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70" name="אליפסה 69">
              <a:extLst>
                <a:ext uri="{FF2B5EF4-FFF2-40B4-BE49-F238E27FC236}">
                  <a16:creationId xmlns:a16="http://schemas.microsoft.com/office/drawing/2014/main" id="{ACAE3822-A785-426E-8F34-14CD3B4D0824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71" name="אליפסה 70">
              <a:extLst>
                <a:ext uri="{FF2B5EF4-FFF2-40B4-BE49-F238E27FC236}">
                  <a16:creationId xmlns:a16="http://schemas.microsoft.com/office/drawing/2014/main" id="{E3D3214E-5EDB-4E33-880B-E9FD538F74F3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72" name="אליפסה 71">
              <a:extLst>
                <a:ext uri="{FF2B5EF4-FFF2-40B4-BE49-F238E27FC236}">
                  <a16:creationId xmlns:a16="http://schemas.microsoft.com/office/drawing/2014/main" id="{0AB1F222-576C-44FB-8C4D-9852F5D29527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73" name="אליפסה 72">
              <a:extLst>
                <a:ext uri="{FF2B5EF4-FFF2-40B4-BE49-F238E27FC236}">
                  <a16:creationId xmlns:a16="http://schemas.microsoft.com/office/drawing/2014/main" id="{9C7622D5-2E86-4CC6-929B-845BCFDECE01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74" name="קבוצה 73">
            <a:extLst>
              <a:ext uri="{FF2B5EF4-FFF2-40B4-BE49-F238E27FC236}">
                <a16:creationId xmlns:a16="http://schemas.microsoft.com/office/drawing/2014/main" id="{10A5D359-0551-4440-AC80-117B693ECD6C}"/>
              </a:ext>
            </a:extLst>
          </p:cNvPr>
          <p:cNvGrpSpPr/>
          <p:nvPr/>
        </p:nvGrpSpPr>
        <p:grpSpPr>
          <a:xfrm rot="21151623">
            <a:off x="-670128" y="6013293"/>
            <a:ext cx="3293224" cy="3456710"/>
            <a:chOff x="2518087" y="54442"/>
            <a:chExt cx="3293224" cy="3456710"/>
          </a:xfrm>
        </p:grpSpPr>
        <p:sp>
          <p:nvSpPr>
            <p:cNvPr id="75" name="אליפסה 74">
              <a:extLst>
                <a:ext uri="{FF2B5EF4-FFF2-40B4-BE49-F238E27FC236}">
                  <a16:creationId xmlns:a16="http://schemas.microsoft.com/office/drawing/2014/main" id="{234F83C6-5873-4304-B411-1662EE2590FE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76" name="אליפסה 75">
              <a:extLst>
                <a:ext uri="{FF2B5EF4-FFF2-40B4-BE49-F238E27FC236}">
                  <a16:creationId xmlns:a16="http://schemas.microsoft.com/office/drawing/2014/main" id="{413000CC-3DFF-4665-8FE9-DEB3E72074D5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77" name="אליפסה 76">
              <a:extLst>
                <a:ext uri="{FF2B5EF4-FFF2-40B4-BE49-F238E27FC236}">
                  <a16:creationId xmlns:a16="http://schemas.microsoft.com/office/drawing/2014/main" id="{B99C0936-1D8C-4E7B-B45A-433B02E6A8CA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78" name="אליפסה 77">
              <a:extLst>
                <a:ext uri="{FF2B5EF4-FFF2-40B4-BE49-F238E27FC236}">
                  <a16:creationId xmlns:a16="http://schemas.microsoft.com/office/drawing/2014/main" id="{A7DBBC62-A47C-4667-913E-05F28FF1161A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79" name="אליפסה 78">
              <a:extLst>
                <a:ext uri="{FF2B5EF4-FFF2-40B4-BE49-F238E27FC236}">
                  <a16:creationId xmlns:a16="http://schemas.microsoft.com/office/drawing/2014/main" id="{2BFF1C58-8938-4113-B917-1693F93D5605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0" name="אליפסה 79">
              <a:extLst>
                <a:ext uri="{FF2B5EF4-FFF2-40B4-BE49-F238E27FC236}">
                  <a16:creationId xmlns:a16="http://schemas.microsoft.com/office/drawing/2014/main" id="{0CCE69CD-DB8C-4040-A654-F80CB3F612AA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1" name="אליפסה 80">
              <a:extLst>
                <a:ext uri="{FF2B5EF4-FFF2-40B4-BE49-F238E27FC236}">
                  <a16:creationId xmlns:a16="http://schemas.microsoft.com/office/drawing/2014/main" id="{0BEA4DBE-2535-44A5-A725-A4D3620878DF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82" name="קבוצה 81">
            <a:extLst>
              <a:ext uri="{FF2B5EF4-FFF2-40B4-BE49-F238E27FC236}">
                <a16:creationId xmlns:a16="http://schemas.microsoft.com/office/drawing/2014/main" id="{459D0275-4959-4565-926D-8EBF25EFFA29}"/>
              </a:ext>
            </a:extLst>
          </p:cNvPr>
          <p:cNvGrpSpPr/>
          <p:nvPr/>
        </p:nvGrpSpPr>
        <p:grpSpPr>
          <a:xfrm rot="20992588">
            <a:off x="3755109" y="5679120"/>
            <a:ext cx="3293224" cy="3456710"/>
            <a:chOff x="2518087" y="54442"/>
            <a:chExt cx="3293224" cy="3456710"/>
          </a:xfrm>
        </p:grpSpPr>
        <p:sp>
          <p:nvSpPr>
            <p:cNvPr id="83" name="אליפסה 82">
              <a:extLst>
                <a:ext uri="{FF2B5EF4-FFF2-40B4-BE49-F238E27FC236}">
                  <a16:creationId xmlns:a16="http://schemas.microsoft.com/office/drawing/2014/main" id="{CF254390-180A-4F43-9785-D3F4E2880360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84" name="אליפסה 83">
              <a:extLst>
                <a:ext uri="{FF2B5EF4-FFF2-40B4-BE49-F238E27FC236}">
                  <a16:creationId xmlns:a16="http://schemas.microsoft.com/office/drawing/2014/main" id="{7EA48410-8746-462B-ACF4-5A5DA2A5DDCC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5" name="אליפסה 84">
              <a:extLst>
                <a:ext uri="{FF2B5EF4-FFF2-40B4-BE49-F238E27FC236}">
                  <a16:creationId xmlns:a16="http://schemas.microsoft.com/office/drawing/2014/main" id="{A8C390CD-5F34-493B-AF67-CB2F49CF22F9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86" name="אליפסה 85">
              <a:extLst>
                <a:ext uri="{FF2B5EF4-FFF2-40B4-BE49-F238E27FC236}">
                  <a16:creationId xmlns:a16="http://schemas.microsoft.com/office/drawing/2014/main" id="{782CD24A-BFA7-4CEF-AE63-22EA4EA6CA69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7" name="אליפסה 86">
              <a:extLst>
                <a:ext uri="{FF2B5EF4-FFF2-40B4-BE49-F238E27FC236}">
                  <a16:creationId xmlns:a16="http://schemas.microsoft.com/office/drawing/2014/main" id="{5072E732-7EAD-45C4-9114-6B751F1BA216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8" name="אליפסה 87">
              <a:extLst>
                <a:ext uri="{FF2B5EF4-FFF2-40B4-BE49-F238E27FC236}">
                  <a16:creationId xmlns:a16="http://schemas.microsoft.com/office/drawing/2014/main" id="{C70F466F-6266-4329-9154-133A4A38D8A1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9" name="אליפסה 88">
              <a:extLst>
                <a:ext uri="{FF2B5EF4-FFF2-40B4-BE49-F238E27FC236}">
                  <a16:creationId xmlns:a16="http://schemas.microsoft.com/office/drawing/2014/main" id="{42EA6CE2-FC18-4604-9F9E-2CC34F1BF318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sp>
        <p:nvSpPr>
          <p:cNvPr id="90" name="אליפסה 89">
            <a:extLst>
              <a:ext uri="{FF2B5EF4-FFF2-40B4-BE49-F238E27FC236}">
                <a16:creationId xmlns:a16="http://schemas.microsoft.com/office/drawing/2014/main" id="{66B0F021-C603-4B25-A3F1-EFA40D36F705}"/>
              </a:ext>
            </a:extLst>
          </p:cNvPr>
          <p:cNvSpPr/>
          <p:nvPr/>
        </p:nvSpPr>
        <p:spPr>
          <a:xfrm>
            <a:off x="10863308" y="5518051"/>
            <a:ext cx="788091" cy="788091"/>
          </a:xfrm>
          <a:prstGeom prst="ellipse">
            <a:avLst/>
          </a:prstGeom>
          <a:solidFill>
            <a:srgbClr val="00B0F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  <p:sp>
        <p:nvSpPr>
          <p:cNvPr id="91" name="אליפסה 90">
            <a:extLst>
              <a:ext uri="{FF2B5EF4-FFF2-40B4-BE49-F238E27FC236}">
                <a16:creationId xmlns:a16="http://schemas.microsoft.com/office/drawing/2014/main" id="{9F06D0CB-D4D0-4307-8735-8B64DF921791}"/>
              </a:ext>
            </a:extLst>
          </p:cNvPr>
          <p:cNvSpPr/>
          <p:nvPr/>
        </p:nvSpPr>
        <p:spPr>
          <a:xfrm>
            <a:off x="10877165" y="5518052"/>
            <a:ext cx="913706" cy="913706"/>
          </a:xfrm>
          <a:prstGeom prst="ellipse">
            <a:avLst/>
          </a:prstGeom>
          <a:noFill/>
          <a:ln w="76200">
            <a:solidFill>
              <a:srgbClr val="1008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35807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קבוצה 25">
            <a:extLst>
              <a:ext uri="{FF2B5EF4-FFF2-40B4-BE49-F238E27FC236}">
                <a16:creationId xmlns:a16="http://schemas.microsoft.com/office/drawing/2014/main" id="{51D801C4-C3B4-4EC3-98EA-38637C411D83}"/>
              </a:ext>
            </a:extLst>
          </p:cNvPr>
          <p:cNvGrpSpPr/>
          <p:nvPr/>
        </p:nvGrpSpPr>
        <p:grpSpPr>
          <a:xfrm rot="11553903">
            <a:off x="6615611" y="5662977"/>
            <a:ext cx="3293224" cy="3456710"/>
            <a:chOff x="2518087" y="54442"/>
            <a:chExt cx="3293224" cy="3456710"/>
          </a:xfrm>
        </p:grpSpPr>
        <p:sp>
          <p:nvSpPr>
            <p:cNvPr id="27" name="אליפסה 26">
              <a:extLst>
                <a:ext uri="{FF2B5EF4-FFF2-40B4-BE49-F238E27FC236}">
                  <a16:creationId xmlns:a16="http://schemas.microsoft.com/office/drawing/2014/main" id="{91D2A512-1936-4F6C-BABE-712DAA4AB542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28" name="אליפסה 27">
              <a:extLst>
                <a:ext uri="{FF2B5EF4-FFF2-40B4-BE49-F238E27FC236}">
                  <a16:creationId xmlns:a16="http://schemas.microsoft.com/office/drawing/2014/main" id="{8D65198E-C32B-4061-96E7-B3EB4903AFD5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29" name="אליפסה 28">
              <a:extLst>
                <a:ext uri="{FF2B5EF4-FFF2-40B4-BE49-F238E27FC236}">
                  <a16:creationId xmlns:a16="http://schemas.microsoft.com/office/drawing/2014/main" id="{9E9ADBE6-3397-4285-A864-50FE5F5D1BE1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30" name="אליפסה 29">
              <a:extLst>
                <a:ext uri="{FF2B5EF4-FFF2-40B4-BE49-F238E27FC236}">
                  <a16:creationId xmlns:a16="http://schemas.microsoft.com/office/drawing/2014/main" id="{FD6FA55E-0928-43FC-B0F7-4F04C6DCAC66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31" name="אליפסה 30">
              <a:extLst>
                <a:ext uri="{FF2B5EF4-FFF2-40B4-BE49-F238E27FC236}">
                  <a16:creationId xmlns:a16="http://schemas.microsoft.com/office/drawing/2014/main" id="{7773F089-6D1F-43FB-B5E7-8B2AD1D15C9C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32" name="אליפסה 31">
              <a:extLst>
                <a:ext uri="{FF2B5EF4-FFF2-40B4-BE49-F238E27FC236}">
                  <a16:creationId xmlns:a16="http://schemas.microsoft.com/office/drawing/2014/main" id="{D016E82B-F425-44CB-B011-364ED95B4583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33" name="אליפסה 32">
              <a:extLst>
                <a:ext uri="{FF2B5EF4-FFF2-40B4-BE49-F238E27FC236}">
                  <a16:creationId xmlns:a16="http://schemas.microsoft.com/office/drawing/2014/main" id="{73CBEC9A-5CBA-4CB0-8019-C65744B9DC2B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42" name="קבוצה 41">
            <a:extLst>
              <a:ext uri="{FF2B5EF4-FFF2-40B4-BE49-F238E27FC236}">
                <a16:creationId xmlns:a16="http://schemas.microsoft.com/office/drawing/2014/main" id="{93EAC0E7-C6B8-4F50-81E1-89EFA0BC2715}"/>
              </a:ext>
            </a:extLst>
          </p:cNvPr>
          <p:cNvGrpSpPr/>
          <p:nvPr/>
        </p:nvGrpSpPr>
        <p:grpSpPr>
          <a:xfrm rot="16003007">
            <a:off x="-609206" y="1582554"/>
            <a:ext cx="1339041" cy="1325185"/>
            <a:chOff x="2518087" y="1197095"/>
            <a:chExt cx="1339041" cy="1325185"/>
          </a:xfrm>
        </p:grpSpPr>
        <p:sp>
          <p:nvSpPr>
            <p:cNvPr id="47" name="אליפסה 46">
              <a:extLst>
                <a:ext uri="{FF2B5EF4-FFF2-40B4-BE49-F238E27FC236}">
                  <a16:creationId xmlns:a16="http://schemas.microsoft.com/office/drawing/2014/main" id="{62EA30CD-A588-4788-A88A-D629567C5D89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48" name="אליפסה 47">
              <a:extLst>
                <a:ext uri="{FF2B5EF4-FFF2-40B4-BE49-F238E27FC236}">
                  <a16:creationId xmlns:a16="http://schemas.microsoft.com/office/drawing/2014/main" id="{F83CCC2A-6DD3-421F-A035-86A15F66A646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50" name="קבוצה 49">
            <a:extLst>
              <a:ext uri="{FF2B5EF4-FFF2-40B4-BE49-F238E27FC236}">
                <a16:creationId xmlns:a16="http://schemas.microsoft.com/office/drawing/2014/main" id="{38452A41-E483-4CF0-8E94-BC6329136929}"/>
              </a:ext>
            </a:extLst>
          </p:cNvPr>
          <p:cNvGrpSpPr/>
          <p:nvPr/>
        </p:nvGrpSpPr>
        <p:grpSpPr>
          <a:xfrm rot="20987638">
            <a:off x="10459587" y="1357509"/>
            <a:ext cx="3293224" cy="3456710"/>
            <a:chOff x="2518087" y="54442"/>
            <a:chExt cx="3293224" cy="3456710"/>
          </a:xfrm>
        </p:grpSpPr>
        <p:sp>
          <p:nvSpPr>
            <p:cNvPr id="51" name="אליפסה 50">
              <a:extLst>
                <a:ext uri="{FF2B5EF4-FFF2-40B4-BE49-F238E27FC236}">
                  <a16:creationId xmlns:a16="http://schemas.microsoft.com/office/drawing/2014/main" id="{1DF1E819-185D-49ED-BFC1-FE449B5E996A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52" name="אליפסה 51">
              <a:extLst>
                <a:ext uri="{FF2B5EF4-FFF2-40B4-BE49-F238E27FC236}">
                  <a16:creationId xmlns:a16="http://schemas.microsoft.com/office/drawing/2014/main" id="{5FF0E255-5F41-444F-A0B1-08A768C64407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53" name="אליפסה 52">
              <a:extLst>
                <a:ext uri="{FF2B5EF4-FFF2-40B4-BE49-F238E27FC236}">
                  <a16:creationId xmlns:a16="http://schemas.microsoft.com/office/drawing/2014/main" id="{6F03557A-1C76-40F7-A122-37A567F1B24F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54" name="אליפסה 53">
              <a:extLst>
                <a:ext uri="{FF2B5EF4-FFF2-40B4-BE49-F238E27FC236}">
                  <a16:creationId xmlns:a16="http://schemas.microsoft.com/office/drawing/2014/main" id="{2AFE68C1-6BE8-4AAE-A6A2-14B924346EE2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55" name="אליפסה 54">
              <a:extLst>
                <a:ext uri="{FF2B5EF4-FFF2-40B4-BE49-F238E27FC236}">
                  <a16:creationId xmlns:a16="http://schemas.microsoft.com/office/drawing/2014/main" id="{2DA11B7F-7B17-4924-8B96-AECB658E5590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56" name="אליפסה 55">
              <a:extLst>
                <a:ext uri="{FF2B5EF4-FFF2-40B4-BE49-F238E27FC236}">
                  <a16:creationId xmlns:a16="http://schemas.microsoft.com/office/drawing/2014/main" id="{CF6D988B-5436-427B-826D-E92E36C3A7A2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57" name="אליפסה 56">
              <a:extLst>
                <a:ext uri="{FF2B5EF4-FFF2-40B4-BE49-F238E27FC236}">
                  <a16:creationId xmlns:a16="http://schemas.microsoft.com/office/drawing/2014/main" id="{1F4C9C6E-489B-4154-88CA-37289C0EA374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66" name="קבוצה 65">
            <a:extLst>
              <a:ext uri="{FF2B5EF4-FFF2-40B4-BE49-F238E27FC236}">
                <a16:creationId xmlns:a16="http://schemas.microsoft.com/office/drawing/2014/main" id="{4D5FFCDC-0E88-4B27-8D22-E6F9EFF1408D}"/>
              </a:ext>
            </a:extLst>
          </p:cNvPr>
          <p:cNvGrpSpPr/>
          <p:nvPr/>
        </p:nvGrpSpPr>
        <p:grpSpPr>
          <a:xfrm rot="16003007">
            <a:off x="-2581309" y="3062431"/>
            <a:ext cx="3293224" cy="3456710"/>
            <a:chOff x="2518087" y="54442"/>
            <a:chExt cx="3293224" cy="3456710"/>
          </a:xfrm>
        </p:grpSpPr>
        <p:sp>
          <p:nvSpPr>
            <p:cNvPr id="67" name="אליפסה 66">
              <a:extLst>
                <a:ext uri="{FF2B5EF4-FFF2-40B4-BE49-F238E27FC236}">
                  <a16:creationId xmlns:a16="http://schemas.microsoft.com/office/drawing/2014/main" id="{5DB340CC-7125-47AB-A4BD-CAB1C6F89D99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68" name="אליפסה 67">
              <a:extLst>
                <a:ext uri="{FF2B5EF4-FFF2-40B4-BE49-F238E27FC236}">
                  <a16:creationId xmlns:a16="http://schemas.microsoft.com/office/drawing/2014/main" id="{3EFBC360-9B17-4605-ADF1-BF681514F377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69" name="אליפסה 68">
              <a:extLst>
                <a:ext uri="{FF2B5EF4-FFF2-40B4-BE49-F238E27FC236}">
                  <a16:creationId xmlns:a16="http://schemas.microsoft.com/office/drawing/2014/main" id="{A14AD9C0-E116-468E-89A3-9BADCBBB9240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70" name="אליפסה 69">
              <a:extLst>
                <a:ext uri="{FF2B5EF4-FFF2-40B4-BE49-F238E27FC236}">
                  <a16:creationId xmlns:a16="http://schemas.microsoft.com/office/drawing/2014/main" id="{ACAE3822-A785-426E-8F34-14CD3B4D0824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71" name="אליפסה 70">
              <a:extLst>
                <a:ext uri="{FF2B5EF4-FFF2-40B4-BE49-F238E27FC236}">
                  <a16:creationId xmlns:a16="http://schemas.microsoft.com/office/drawing/2014/main" id="{E3D3214E-5EDB-4E33-880B-E9FD538F74F3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72" name="אליפסה 71">
              <a:extLst>
                <a:ext uri="{FF2B5EF4-FFF2-40B4-BE49-F238E27FC236}">
                  <a16:creationId xmlns:a16="http://schemas.microsoft.com/office/drawing/2014/main" id="{0AB1F222-576C-44FB-8C4D-9852F5D29527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73" name="אליפסה 72">
              <a:extLst>
                <a:ext uri="{FF2B5EF4-FFF2-40B4-BE49-F238E27FC236}">
                  <a16:creationId xmlns:a16="http://schemas.microsoft.com/office/drawing/2014/main" id="{9C7622D5-2E86-4CC6-929B-845BCFDECE01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74" name="קבוצה 73">
            <a:extLst>
              <a:ext uri="{FF2B5EF4-FFF2-40B4-BE49-F238E27FC236}">
                <a16:creationId xmlns:a16="http://schemas.microsoft.com/office/drawing/2014/main" id="{10A5D359-0551-4440-AC80-117B693ECD6C}"/>
              </a:ext>
            </a:extLst>
          </p:cNvPr>
          <p:cNvGrpSpPr/>
          <p:nvPr/>
        </p:nvGrpSpPr>
        <p:grpSpPr>
          <a:xfrm rot="21151623">
            <a:off x="-670128" y="6013293"/>
            <a:ext cx="3293224" cy="3456710"/>
            <a:chOff x="2518087" y="54442"/>
            <a:chExt cx="3293224" cy="3456710"/>
          </a:xfrm>
        </p:grpSpPr>
        <p:sp>
          <p:nvSpPr>
            <p:cNvPr id="75" name="אליפסה 74">
              <a:extLst>
                <a:ext uri="{FF2B5EF4-FFF2-40B4-BE49-F238E27FC236}">
                  <a16:creationId xmlns:a16="http://schemas.microsoft.com/office/drawing/2014/main" id="{234F83C6-5873-4304-B411-1662EE2590FE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76" name="אליפסה 75">
              <a:extLst>
                <a:ext uri="{FF2B5EF4-FFF2-40B4-BE49-F238E27FC236}">
                  <a16:creationId xmlns:a16="http://schemas.microsoft.com/office/drawing/2014/main" id="{413000CC-3DFF-4665-8FE9-DEB3E72074D5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77" name="אליפסה 76">
              <a:extLst>
                <a:ext uri="{FF2B5EF4-FFF2-40B4-BE49-F238E27FC236}">
                  <a16:creationId xmlns:a16="http://schemas.microsoft.com/office/drawing/2014/main" id="{B99C0936-1D8C-4E7B-B45A-433B02E6A8CA}"/>
                </a:ext>
              </a:extLst>
            </p:cNvPr>
            <p:cNvSpPr/>
            <p:nvPr/>
          </p:nvSpPr>
          <p:spPr>
            <a:xfrm rot="14718459">
              <a:off x="4211805" y="1690665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78" name="אליפסה 77">
              <a:extLst>
                <a:ext uri="{FF2B5EF4-FFF2-40B4-BE49-F238E27FC236}">
                  <a16:creationId xmlns:a16="http://schemas.microsoft.com/office/drawing/2014/main" id="{A7DBBC62-A47C-4667-913E-05F28FF1161A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79" name="אליפסה 78">
              <a:extLst>
                <a:ext uri="{FF2B5EF4-FFF2-40B4-BE49-F238E27FC236}">
                  <a16:creationId xmlns:a16="http://schemas.microsoft.com/office/drawing/2014/main" id="{2BFF1C58-8938-4113-B917-1693F93D5605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0" name="אליפסה 79">
              <a:extLst>
                <a:ext uri="{FF2B5EF4-FFF2-40B4-BE49-F238E27FC236}">
                  <a16:creationId xmlns:a16="http://schemas.microsoft.com/office/drawing/2014/main" id="{0CCE69CD-DB8C-4040-A654-F80CB3F612AA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1" name="אליפסה 80">
              <a:extLst>
                <a:ext uri="{FF2B5EF4-FFF2-40B4-BE49-F238E27FC236}">
                  <a16:creationId xmlns:a16="http://schemas.microsoft.com/office/drawing/2014/main" id="{0BEA4DBE-2535-44A5-A725-A4D3620878DF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  <p:grpSp>
        <p:nvGrpSpPr>
          <p:cNvPr id="82" name="קבוצה 81">
            <a:extLst>
              <a:ext uri="{FF2B5EF4-FFF2-40B4-BE49-F238E27FC236}">
                <a16:creationId xmlns:a16="http://schemas.microsoft.com/office/drawing/2014/main" id="{459D0275-4959-4565-926D-8EBF25EFFA29}"/>
              </a:ext>
            </a:extLst>
          </p:cNvPr>
          <p:cNvGrpSpPr/>
          <p:nvPr/>
        </p:nvGrpSpPr>
        <p:grpSpPr>
          <a:xfrm rot="20992588">
            <a:off x="7612143" y="2527606"/>
            <a:ext cx="3293224" cy="3456710"/>
            <a:chOff x="2518087" y="54442"/>
            <a:chExt cx="3293224" cy="3456710"/>
          </a:xfrm>
        </p:grpSpPr>
        <p:sp>
          <p:nvSpPr>
            <p:cNvPr id="83" name="אליפסה 82">
              <a:extLst>
                <a:ext uri="{FF2B5EF4-FFF2-40B4-BE49-F238E27FC236}">
                  <a16:creationId xmlns:a16="http://schemas.microsoft.com/office/drawing/2014/main" id="{CF254390-180A-4F43-9785-D3F4E2880360}"/>
                </a:ext>
              </a:extLst>
            </p:cNvPr>
            <p:cNvSpPr/>
            <p:nvPr/>
          </p:nvSpPr>
          <p:spPr>
            <a:xfrm rot="14718459">
              <a:off x="3674944" y="54442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050" dirty="0">
                  <a:noFill/>
                </a:rPr>
                <a:t>\</a:t>
              </a:r>
              <a:endParaRPr lang="he-IL" sz="1050" dirty="0">
                <a:noFill/>
              </a:endParaRPr>
            </a:p>
          </p:txBody>
        </p:sp>
        <p:sp>
          <p:nvSpPr>
            <p:cNvPr id="84" name="אליפסה 83">
              <a:extLst>
                <a:ext uri="{FF2B5EF4-FFF2-40B4-BE49-F238E27FC236}">
                  <a16:creationId xmlns:a16="http://schemas.microsoft.com/office/drawing/2014/main" id="{7EA48410-8746-462B-ACF4-5A5DA2A5DDCC}"/>
                </a:ext>
              </a:extLst>
            </p:cNvPr>
            <p:cNvSpPr/>
            <p:nvPr/>
          </p:nvSpPr>
          <p:spPr>
            <a:xfrm rot="14718459">
              <a:off x="3805353" y="190577"/>
              <a:ext cx="1320672" cy="1320672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5" name="אליפסה 84">
              <a:extLst>
                <a:ext uri="{FF2B5EF4-FFF2-40B4-BE49-F238E27FC236}">
                  <a16:creationId xmlns:a16="http://schemas.microsoft.com/office/drawing/2014/main" id="{A8C390CD-5F34-493B-AF67-CB2F49CF22F9}"/>
                </a:ext>
              </a:extLst>
            </p:cNvPr>
            <p:cNvSpPr/>
            <p:nvPr/>
          </p:nvSpPr>
          <p:spPr>
            <a:xfrm rot="14718459">
              <a:off x="4211805" y="1690666"/>
              <a:ext cx="1599506" cy="1599506"/>
            </a:xfrm>
            <a:prstGeom prst="ellipse">
              <a:avLst/>
            </a:prstGeom>
            <a:solidFill>
              <a:srgbClr val="1008B6"/>
            </a:solidFill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noFill/>
                </a:rPr>
                <a:t>\</a:t>
              </a:r>
              <a:endParaRPr lang="he-IL" dirty="0">
                <a:noFill/>
              </a:endParaRPr>
            </a:p>
          </p:txBody>
        </p:sp>
        <p:sp>
          <p:nvSpPr>
            <p:cNvPr id="86" name="אליפסה 85">
              <a:extLst>
                <a:ext uri="{FF2B5EF4-FFF2-40B4-BE49-F238E27FC236}">
                  <a16:creationId xmlns:a16="http://schemas.microsoft.com/office/drawing/2014/main" id="{782CD24A-BFA7-4CEF-AE63-22EA4EA6CA69}"/>
                </a:ext>
              </a:extLst>
            </p:cNvPr>
            <p:cNvSpPr/>
            <p:nvPr/>
          </p:nvSpPr>
          <p:spPr>
            <a:xfrm rot="14718459">
              <a:off x="3982510" y="1707291"/>
              <a:ext cx="1803861" cy="1803861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7" name="אליפסה 86">
              <a:extLst>
                <a:ext uri="{FF2B5EF4-FFF2-40B4-BE49-F238E27FC236}">
                  <a16:creationId xmlns:a16="http://schemas.microsoft.com/office/drawing/2014/main" id="{5072E732-7EAD-45C4-9114-6B751F1BA216}"/>
                </a:ext>
              </a:extLst>
            </p:cNvPr>
            <p:cNvSpPr/>
            <p:nvPr/>
          </p:nvSpPr>
          <p:spPr>
            <a:xfrm rot="14718459">
              <a:off x="2518087" y="1197095"/>
              <a:ext cx="1143001" cy="114300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8" name="אליפסה 87">
              <a:extLst>
                <a:ext uri="{FF2B5EF4-FFF2-40B4-BE49-F238E27FC236}">
                  <a16:creationId xmlns:a16="http://schemas.microsoft.com/office/drawing/2014/main" id="{C70F466F-6266-4329-9154-133A4A38D8A1}"/>
                </a:ext>
              </a:extLst>
            </p:cNvPr>
            <p:cNvSpPr/>
            <p:nvPr/>
          </p:nvSpPr>
          <p:spPr>
            <a:xfrm rot="14718459">
              <a:off x="2531943" y="1197095"/>
              <a:ext cx="1325185" cy="1325185"/>
            </a:xfrm>
            <a:prstGeom prst="ellipse">
              <a:avLst/>
            </a:prstGeom>
            <a:noFill/>
            <a:ln w="76200">
              <a:solidFill>
                <a:srgbClr val="1008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  <p:sp>
          <p:nvSpPr>
            <p:cNvPr id="89" name="אליפסה 88">
              <a:extLst>
                <a:ext uri="{FF2B5EF4-FFF2-40B4-BE49-F238E27FC236}">
                  <a16:creationId xmlns:a16="http://schemas.microsoft.com/office/drawing/2014/main" id="{42EA6CE2-FC18-4604-9F9E-2CC34F1BF318}"/>
                </a:ext>
              </a:extLst>
            </p:cNvPr>
            <p:cNvSpPr/>
            <p:nvPr/>
          </p:nvSpPr>
          <p:spPr>
            <a:xfrm rot="14718459">
              <a:off x="3999136" y="376228"/>
              <a:ext cx="929281" cy="929281"/>
            </a:xfrm>
            <a:prstGeom prst="ellipse">
              <a:avLst/>
            </a:prstGeom>
            <a:solidFill>
              <a:srgbClr val="00B0F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917519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32</Words>
  <Application>Microsoft Office PowerPoint</Application>
  <PresentationFormat>מסך רחב</PresentationFormat>
  <Paragraphs>32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ערכת נושא Office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תכנות תלמידות</dc:creator>
  <cp:lastModifiedBy>תכנות תלמידות</cp:lastModifiedBy>
  <cp:revision>4</cp:revision>
  <dcterms:created xsi:type="dcterms:W3CDTF">2023-11-24T07:54:14Z</dcterms:created>
  <dcterms:modified xsi:type="dcterms:W3CDTF">2023-11-24T08:27:12Z</dcterms:modified>
</cp:coreProperties>
</file>